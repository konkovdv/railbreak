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минут. Не обещать SIL. Главный тезис: физика привода + UKF + явная метрика HMI, не новый абстрактный фильтр.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Маршрут 10, Львёнок, все оси моторные. Не путать с Витязем. Мост: центр 32 промилле — оценка, не факт. Июнь 2026 — временная линия.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Магниторельс — только по факту включения. Канал A не статистически независим: общие параметры UKF. Это надо сказать самим, если спросят.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mismatch_r0 — это не «врём в половине случаев», а ненаблюдаемый масштаб. identify_coast. Не обещать самокалибровку любой поездки.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Произнести PL/AL самим. 1% по диаметру = 23.9 м. Медленнее ехать на необслуживаемом режиме хуже: sigma ~ t^{3/2}. b_s ≈ 0.75 м на twin, 0.83 м при 60 км/ч.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Демо: пробуксовка, обрыв оси, рост P, DEGRADED/LOST. Не обещать Docker runtime — не гоняли.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спросят «что не работает» — этот слайд. Письмо отправить сегодня. Репозиторий public; при отказе организатора — private с доступом жюри.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772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№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tramDR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02920" y="19659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Резервная одометрия по модели привода и колёс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2468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10  ·  71-911ЕМ «Львёнок-Москва»  ·  GNSS, IMU и лидар не входят в фильтр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41605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C++17  ·  ROS 2 Humble  ·  tramDR-0.0.11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Где штатная локализация молчит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269748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22960"/>
            <a:ext cx="73152" cy="233172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960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Городской каньон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150876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Метель, юз, бедные лидарные признаки. GNSS в каньоне не спасает фильтр — его там нет.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822960"/>
            <a:ext cx="269748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822960"/>
            <a:ext cx="73152" cy="233172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9" name="Text 7"/>
          <p:cNvSpPr/>
          <p:nvPr/>
        </p:nvSpPr>
        <p:spPr>
          <a:xfrm>
            <a:off x="3493008" y="960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Строгинский мост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93008" y="150876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Открытая вода, неизвестный уклон 25–40 ‰. i(s) в ноду не кладём: F_bias съедает рампу.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822960"/>
            <a:ext cx="269748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822960"/>
            <a:ext cx="73152" cy="233172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3" name="Text 11"/>
          <p:cNvSpPr/>
          <p:nvPr/>
        </p:nvSpPr>
        <p:spPr>
          <a:xfrm>
            <a:off x="6327648" y="960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Все оси моторные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27648" y="150876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Bo-Bo, нет бегунка. Второй принцип одометрии — модель кузова по тяге и тормозу.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целостности — HMI-rate: доля кадров OK, когда ошибка пути уже выше предела безопасности.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Combino NF100 — синтетический twin. Лидар ЦБТ — только оффлайн GT, не измерение фильтра.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tramDR-0.0.11  ·  маршрут 10  ·  без GNSS в фильтре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Два принципа, независимый чекер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697480" cy="196596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8961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Канал 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1298448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кузова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тяга + тормоз + Дэвис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F_bias на неизвестный уклон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777240"/>
            <a:ext cx="2697480" cy="196596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7" name="Text 5"/>
          <p:cNvSpPr/>
          <p:nvPr/>
        </p:nvSpPr>
        <p:spPr>
          <a:xfrm>
            <a:off x="3456432" y="8961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Канал 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56432" y="1298448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Колёса 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крип по EN 15595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сертификация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777240"/>
            <a:ext cx="2697480" cy="196596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10" name="Text 8"/>
          <p:cNvSpPr/>
          <p:nvPr/>
        </p:nvSpPr>
        <p:spPr>
          <a:xfrm>
            <a:off x="6291072" y="8961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Защита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91072" y="1298448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мгновенно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интегратор D (WSP)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LOST, если оба лгут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Стоянка только по свидетельству: 0.32 с нулей на выбеге ≠ ZUPT. Заклиненные колёса не обнуляют движущийся кузов.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check_envelope.py не импортирует UKF. Статус — /tram/diagnostics, не поле Odometry.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tramDR-0.0.11  ·  маршрут 10  ·  без GNSS в фильтре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видно — и чего нет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69748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777240"/>
            <a:ext cx="2697480" cy="73152"/>
          </a:xfrm>
          <a:prstGeom prst="rect">
            <a:avLst/>
          </a:prstGeom>
          <a:solidFill>
            <a:srgbClr val="1F6B4A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9875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Наблюдаемо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792" y="1389888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отношения диаметров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 v / d̅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отношение a / v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777240"/>
            <a:ext cx="269748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777240"/>
            <a:ext cx="2697480" cy="73152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9" name="Text 7"/>
          <p:cNvSpPr/>
          <p:nvPr/>
        </p:nvSpPr>
        <p:spPr>
          <a:xfrm>
            <a:off x="3456432" y="9875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Слабо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56432" y="1389888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диаметр d̅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масса отдельно от тяги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калибровка identify_coast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777240"/>
            <a:ext cx="269748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777240"/>
            <a:ext cx="2697480" cy="73152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13" name="Text 11"/>
          <p:cNvSpPr/>
          <p:nvPr/>
        </p:nvSpPr>
        <p:spPr>
          <a:xfrm>
            <a:off x="6291072" y="9875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Ненаблюдаемо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91072" y="1389888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после полного юза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F_bias отдельно от уклона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без момента на валу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0.58: окно W_c⁰≥0 и Luo–Moroz. Смена β без пересчёта α отвергается. RAIB 08/2026: песок не гарантирует остановку — обязан DEGRADED.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tramDR-0.0.11  ·  маршрут 10  ·  без GNSS в фильтре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Синтетика seed 42, ядро 0.0.11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600200" cy="169164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4980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0352" y="1389888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 на 17 из 18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сценариев twin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48840" y="640080"/>
            <a:ext cx="1600200" cy="169164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7" name="Text 5"/>
          <p:cNvSpPr/>
          <p:nvPr/>
        </p:nvSpPr>
        <p:spPr>
          <a:xfrm>
            <a:off x="2148840" y="74980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0.515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21992" y="1389888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mismatch_r0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ненаблюдаемый r₀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0" y="640080"/>
            <a:ext cx="1600200" cy="169164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74980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0.14 м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913632" y="1389888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slide_brake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первого DEGRADED</a:t>
            </a:r>
            <a:endParaRPr lang="en-US" sz="1100" dirty="0"/>
          </a:p>
        </p:txBody>
      </p:sp>
      <p:pic>
        <p:nvPicPr>
          <p:cNvPr id="12" name="Image 0" descr="C:\RailBreak\evidence\plots-pitch\slide_brak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32120" y="502920"/>
            <a:ext cx="3154680" cy="23317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24688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Бурназяна → Исаковского, 2385.6 м без колёс: PL 124.05 против AL 124.28 м. Зазор 0.23 м — совпадение параметров, не проект. Защищает LOST.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Архивное 0.42 — другой клип d≥0.90. Канон 0.515. Не поле, не bag организатора.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tramDR-0.0.11  ·  маршрут 10  ·  без GNSS в фильтре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Запуск и внедрение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777240"/>
            <a:ext cx="73152" cy="6858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85039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Без ROS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80360" y="850392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CMake → ctest (8 целей) → generate → replay_ukf → независимый чекер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54480"/>
            <a:ext cx="73152" cy="6858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62763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 bag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80360" y="1627632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inspect_bag → identify_coast / notch / jerk → run_bag. Сторож 50 Гц не молчит без колёс.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331720"/>
            <a:ext cx="73152" cy="6858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40487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Рядом со штатным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80360" y="2404872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без ROS. Отдельный контур /tram/*. SIL и CENELEC не заявляются.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108960"/>
            <a:ext cx="73152" cy="6858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18211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Такт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880360" y="3182112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≈ 10 мкс на этой машине при шаге 20 мс. Не стенд заказчика, не WCET.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tramDR-0.0.11  ·  маршрут 10  ·  без GNSS в фильтре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тезис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 новый абстрактный фильтр — резервная одометрия на физике привода для маршрута 10, с явной метрикой опасного отказа там, где лидар и GNSS не работают.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Говорят, не показывают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633472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Письмо 14.4–14.6: публичный MIT уже публикация. Текст в NOTICE, отправка — человек.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5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Bag организатора — с 25.09. Всё измеренное сегодня — синтетический twin.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5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SIL нет. F-01 не ослабляли: короткий замок нулей не стоянка.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41605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github.com/KonkovDV/RailBreak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tramDR — резервная одометрия без GNSS</dc:title>
  <dc:subject>Хакатон Московского транспорта, задача № 3</dc:subject>
  <dc:creator>Коныков Д.В.</dc:creator>
  <cp:lastModifiedBy>Коныков Д.В.</cp:lastModifiedBy>
  <cp:revision>1</cp:revision>
  <dcterms:created xsi:type="dcterms:W3CDTF">2026-09-07T21:07:15Z</dcterms:created>
  <dcterms:modified xsi:type="dcterms:W3CDTF">2026-09-07T21:07:15Z</dcterms:modified>
</cp:coreProperties>
</file>
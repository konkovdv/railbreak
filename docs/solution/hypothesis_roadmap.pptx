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Offline prototype only. Weights are the synthetic fork in docs/solution/fork_demo.json. Not a route-10 score.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2A2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Банк путевых гипотез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7680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default-фильтр. Маршрут 10 остаётся одним кольцом.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657600" cy="1965960"/>
          </a:xfrm>
          <a:prstGeom prst="roundRect">
            <a:avLst>
              <a:gd name="adj" fmla="val 3721"/>
            </a:avLst>
          </a:prstGeom>
          <a:solidFill>
            <a:srgbClr val="F6F1E7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316736"/>
            <a:ext cx="3255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Сейчас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58368" y="1719072"/>
            <a:ext cx="32552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координата 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Состояние [s, v, k, ba]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Публикуемый фильтр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маршрута 10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97680" y="1188720"/>
            <a:ext cx="3657600" cy="1965960"/>
          </a:xfrm>
          <a:prstGeom prst="roundRect">
            <a:avLst>
              <a:gd name="adj" fmla="val 3721"/>
            </a:avLst>
          </a:prstGeom>
          <a:solidFill>
            <a:srgbClr val="F6F1E7"/>
          </a:solidFill>
          <a:ln/>
        </p:spPr>
      </p:sp>
      <p:sp>
        <p:nvSpPr>
          <p:cNvPr id="9" name="Text 7"/>
          <p:cNvSpPr/>
          <p:nvPr/>
        </p:nvSpPr>
        <p:spPr>
          <a:xfrm>
            <a:off x="4498848" y="1316736"/>
            <a:ext cx="3255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Прототип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498848" y="1719072"/>
            <a:ext cx="32552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(ветка, s, v, w)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 по невязке к точке ветки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Синтетическая стрелка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ноду не входит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138160" y="1188720"/>
            <a:ext cx="3657600" cy="1965960"/>
          </a:xfrm>
          <a:prstGeom prst="roundRect">
            <a:avLst>
              <a:gd name="adj" fmla="val 3721"/>
            </a:avLst>
          </a:prstGeom>
          <a:solidFill>
            <a:srgbClr val="F6F1E7"/>
          </a:solidFill>
          <a:ln/>
        </p:spPr>
      </p:sp>
      <p:sp>
        <p:nvSpPr>
          <p:cNvPr id="12" name="Text 10"/>
          <p:cNvSpPr/>
          <p:nvPr/>
        </p:nvSpPr>
        <p:spPr>
          <a:xfrm>
            <a:off x="8339328" y="1316736"/>
            <a:ext cx="3255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Дальше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339328" y="1719072"/>
            <a:ext cx="32552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Стрелка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Общая конечная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Соседний путь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Ядро состояния то же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3310128"/>
            <a:ext cx="11247120" cy="2029968"/>
          </a:xfrm>
          <a:prstGeom prst="roundRect">
            <a:avLst>
              <a:gd name="adj" fmla="val 3604"/>
            </a:avLst>
          </a:prstGeom>
          <a:solidFill>
            <a:srgbClr val="2A2622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343814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A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Синтетическая стрелка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13232" y="4617720"/>
            <a:ext cx="1051560" cy="0"/>
          </a:xfrm>
          <a:prstGeom prst="line">
            <a:avLst/>
          </a:prstGeom>
          <a:noFill/>
          <a:ln w="44450">
            <a:solidFill>
              <a:srgbClr val="F6F1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64792" y="4617720"/>
            <a:ext cx="1234440" cy="0"/>
          </a:xfrm>
          <a:prstGeom prst="line">
            <a:avLst/>
          </a:prstGeom>
          <a:noFill/>
          <a:ln w="44450">
            <a:solidFill>
              <a:srgbClr val="8FCB9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1764792" y="3886200"/>
            <a:ext cx="1234440" cy="731520"/>
          </a:xfrm>
          <a:prstGeom prst="line">
            <a:avLst/>
          </a:prstGeom>
          <a:noFill/>
          <a:ln w="44450">
            <a:solidFill>
              <a:srgbClr val="E07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482803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м общий ствол, затем 20°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977640" y="345643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 с  ·  на развилке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977640" y="379476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FCB9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0.500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3977640" y="42245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прямая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977640" y="44988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0.500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3977640" y="488289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боковая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92240" y="345643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 с  ·  через 1 с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92240" y="379476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FCB9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0.868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492240" y="42245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прямая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92240" y="44988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0.132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6492240" y="488289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боковая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006840" y="345643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 с  ·  через 4 с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006840" y="379476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FCB9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1.000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9006840" y="42245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прямая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006840" y="44988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0.000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9006840" y="488289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боковая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57200" y="5559552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MVP топология фиксирована кольцом, потому что выданные данные относятся к маршруту 10. Следующий слой — банк путевых гипотез для стрелок и депо. Ядро состояния при этом не меняется.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Банк путевых гипотез</dc:title>
  <dc:subject>Roadmap. Not the default route-10 filter.</dc:subject>
  <dc:creator>RailBreak</dc:creator>
  <cp:lastModifiedBy>RailBreak</cp:lastModifiedBy>
  <cp:revision>1</cp:revision>
  <dcterms:created xsi:type="dcterms:W3CDTF">2026-09-26T17:46:27Z</dcterms:created>
  <dcterms:modified xsi:type="dcterms:W3CDTF">2026-09-26T17:46:27Z</dcterms:modified>
</cp:coreProperties>
</file>